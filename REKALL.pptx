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>
        <p:scale>
          <a:sx n="50" d="100"/>
          <a:sy n="50" d="100"/>
        </p:scale>
        <p:origin x="950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405D0-72CB-4631-B4D7-E1860B38875B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0E5DA-A03B-48B2-AC18-EB59B98CFF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3855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405D0-72CB-4631-B4D7-E1860B38875B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0E5DA-A03B-48B2-AC18-EB59B98CFF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0791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405D0-72CB-4631-B4D7-E1860B38875B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0E5DA-A03B-48B2-AC18-EB59B98CFF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6443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405D0-72CB-4631-B4D7-E1860B38875B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0E5DA-A03B-48B2-AC18-EB59B98CFF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13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405D0-72CB-4631-B4D7-E1860B38875B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0E5DA-A03B-48B2-AC18-EB59B98CFF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698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405D0-72CB-4631-B4D7-E1860B38875B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0E5DA-A03B-48B2-AC18-EB59B98CFF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3909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405D0-72CB-4631-B4D7-E1860B38875B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0E5DA-A03B-48B2-AC18-EB59B98CFF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9452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405D0-72CB-4631-B4D7-E1860B38875B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0E5DA-A03B-48B2-AC18-EB59B98CFF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7980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405D0-72CB-4631-B4D7-E1860B38875B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0E5DA-A03B-48B2-AC18-EB59B98CFF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135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405D0-72CB-4631-B4D7-E1860B38875B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0E5DA-A03B-48B2-AC18-EB59B98CFF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1264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405D0-72CB-4631-B4D7-E1860B38875B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0E5DA-A03B-48B2-AC18-EB59B98CFF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7774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405D0-72CB-4631-B4D7-E1860B38875B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0E5DA-A03B-48B2-AC18-EB59B98CFFA1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279311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405D0-72CB-4631-B4D7-E1860B38875B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0E5DA-A03B-48B2-AC18-EB59B98CFF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6774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405D0-72CB-4631-B4D7-E1860B38875B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0E5DA-A03B-48B2-AC18-EB59B98CFF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5303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405D0-72CB-4631-B4D7-E1860B38875B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0E5DA-A03B-48B2-AC18-EB59B98CFF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84121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405D0-72CB-4631-B4D7-E1860B38875B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0E5DA-A03B-48B2-AC18-EB59B98CFF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254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405D0-72CB-4631-B4D7-E1860B38875B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0E5DA-A03B-48B2-AC18-EB59B98CFF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2073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68405D0-72CB-4631-B4D7-E1860B38875B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F0B0E5DA-A03B-48B2-AC18-EB59B98CFF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5133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000" dirty="0" smtClean="0">
                <a:latin typeface="Bahnschrift SemiLight" panose="020B0502040204020203" pitchFamily="34" charset="0"/>
              </a:rPr>
              <a:t>REKALL</a:t>
            </a:r>
            <a:endParaRPr lang="ru-RU" sz="8000" dirty="0">
              <a:latin typeface="Bahnschrift SemiLight" panose="020B0502040204020203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0693" y="6167919"/>
            <a:ext cx="9440034" cy="1049867"/>
          </a:xfrm>
        </p:spPr>
        <p:txBody>
          <a:bodyPr/>
          <a:lstStyle/>
          <a:p>
            <a:r>
              <a:rPr lang="ru-RU" dirty="0" smtClean="0">
                <a:latin typeface="Bahnschrift Light" panose="020B0502040204020203" pitchFamily="34" charset="0"/>
              </a:rPr>
              <a:t>Команда «Лада </a:t>
            </a:r>
            <a:r>
              <a:rPr lang="ru-RU" dirty="0" err="1" smtClean="0">
                <a:latin typeface="Bahnschrift Light" panose="020B0502040204020203" pitchFamily="34" charset="0"/>
              </a:rPr>
              <a:t>Рейсинг</a:t>
            </a:r>
            <a:r>
              <a:rPr lang="ru-RU" dirty="0" smtClean="0">
                <a:latin typeface="Bahnschrift Light" panose="020B0502040204020203" pitchFamily="34" charset="0"/>
              </a:rPr>
              <a:t> </a:t>
            </a:r>
            <a:r>
              <a:rPr lang="ru-RU" dirty="0" err="1" smtClean="0">
                <a:latin typeface="Bahnschrift Light" panose="020B0502040204020203" pitchFamily="34" charset="0"/>
              </a:rPr>
              <a:t>Клаб</a:t>
            </a:r>
            <a:r>
              <a:rPr lang="ru-RU" dirty="0" smtClean="0">
                <a:latin typeface="Bahnschrift Light" panose="020B0502040204020203" pitchFamily="34" charset="0"/>
              </a:rPr>
              <a:t> 3»</a:t>
            </a:r>
            <a:endParaRPr lang="ru-RU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2695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13795" y="378430"/>
            <a:ext cx="5934949" cy="1829338"/>
          </a:xfrm>
        </p:spPr>
        <p:txBody>
          <a:bodyPr/>
          <a:lstStyle/>
          <a:p>
            <a:r>
              <a:rPr lang="ru-RU" sz="4000" dirty="0" smtClean="0">
                <a:latin typeface="Arial Black" panose="020B0A04020102020204" pitchFamily="34" charset="0"/>
              </a:rPr>
              <a:t>Что за игра?</a:t>
            </a:r>
            <a:endParaRPr lang="ru-RU" sz="4000" dirty="0">
              <a:latin typeface="Arial Black" panose="020B0A04020102020204" pitchFamily="34" charset="0"/>
            </a:endParaRPr>
          </a:p>
        </p:txBody>
      </p:sp>
      <p:sp>
        <p:nvSpPr>
          <p:cNvPr id="6" name="Текст 5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6239359" cy="3376134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Cascadia Code" panose="020B0609020000020004" pitchFamily="49" charset="0"/>
              </a:rPr>
              <a:t>REKALL </a:t>
            </a:r>
            <a:r>
              <a:rPr lang="ru-RU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Cascadia Code" panose="020B0609020000020004" pitchFamily="49" charset="0"/>
              </a:rPr>
              <a:t>– текстовый </a:t>
            </a: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Cascadia Code" panose="020B0609020000020004" pitchFamily="49" charset="0"/>
              </a:rPr>
              <a:t>RPG-</a:t>
            </a:r>
            <a:r>
              <a:rPr lang="ru-RU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Cascadia Code" panose="020B0609020000020004" pitchFamily="49" charset="0"/>
              </a:rPr>
              <a:t>детектив, </a:t>
            </a: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Cascadia Code" panose="020B0609020000020004" pitchFamily="49" charset="0"/>
              </a:rPr>
              <a:t>Dungeon Crawler</a:t>
            </a:r>
            <a:r>
              <a:rPr lang="ru-RU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Cascadia Code" panose="020B0609020000020004" pitchFamily="49" charset="0"/>
              </a:rPr>
              <a:t>, где игроку предстоит изучать заброшенный исследовательский комплекс, собирая различные предметы, сражаясь с противниками и пытаясь понять поведение </a:t>
            </a:r>
            <a:r>
              <a:rPr lang="ru-RU" sz="3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Cascadia Code" panose="020B0609020000020004" pitchFamily="49" charset="0"/>
              </a:rPr>
              <a:t>местн</a:t>
            </a:r>
            <a:r>
              <a:rPr lang="ru-RU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Cascadia Code" panose="020B0609020000020004" pitchFamily="49" charset="0"/>
              </a:rPr>
              <a:t>(</a:t>
            </a:r>
            <a:r>
              <a:rPr lang="ru-RU" sz="3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Cascadia Code" panose="020B0609020000020004" pitchFamily="49" charset="0"/>
              </a:rPr>
              <a:t>ых</a:t>
            </a:r>
            <a:r>
              <a:rPr lang="ru-RU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Cascadia Code" panose="020B0609020000020004" pitchFamily="49" charset="0"/>
              </a:rPr>
              <a:t>?)ого ИИ</a:t>
            </a: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cs typeface="Cascadia Code" panose="020B0609020000020004" pitchFamily="49" charset="0"/>
            </a:endParaRP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1028" name="Picture 4" descr="Space Core | Модуль Космоса [Portal 2] AI Voice Generator | Jammable AI  Covers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56" r="16656"/>
          <a:stretch>
            <a:fillRect/>
          </a:stretch>
        </p:blipFill>
        <p:spPr bwMode="auto"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961114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Arial Black" panose="020B0A04020102020204" pitchFamily="34" charset="0"/>
              </a:rPr>
              <a:t>Фишки?</a:t>
            </a:r>
            <a:endParaRPr lang="ru-RU" dirty="0">
              <a:latin typeface="Arial Black" panose="020B0A04020102020204" pitchFamily="34" charset="0"/>
            </a:endParaRPr>
          </a:p>
        </p:txBody>
      </p:sp>
      <p:sp>
        <p:nvSpPr>
          <p:cNvPr id="6" name="Текст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>
                <a:latin typeface="Arial Black" panose="020B0A04020102020204" pitchFamily="34" charset="0"/>
              </a:rPr>
              <a:t>ИССЛЕДУЙ</a:t>
            </a:r>
            <a:endParaRPr lang="ru-RU" dirty="0">
              <a:latin typeface="Arial Black" panose="020B0A04020102020204" pitchFamily="34" charset="0"/>
            </a:endParaRPr>
          </a:p>
        </p:txBody>
      </p:sp>
      <p:sp>
        <p:nvSpPr>
          <p:cNvPr id="7" name="Объект 6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sz="2000" dirty="0" smtClean="0">
                <a:latin typeface="Arial Black" panose="020B0A04020102020204" pitchFamily="34" charset="0"/>
              </a:rPr>
              <a:t>На протяжении всей игры вы неизбежно будете узнавать прошлое комплекса путём нахождения новых комнат, предметов и его оставшихся </a:t>
            </a:r>
            <a:r>
              <a:rPr lang="ru-RU" sz="2000" dirty="0">
                <a:latin typeface="Arial Black" panose="020B0A04020102020204" pitchFamily="34" charset="0"/>
              </a:rPr>
              <a:t>(зачастую агрессивно настроенных)</a:t>
            </a:r>
            <a:r>
              <a:rPr lang="ru-RU" sz="2000" dirty="0" smtClean="0">
                <a:latin typeface="Arial Black" panose="020B0A04020102020204" pitchFamily="34" charset="0"/>
              </a:rPr>
              <a:t> «обитателей»</a:t>
            </a:r>
            <a:endParaRPr lang="ru-RU" sz="2000" dirty="0">
              <a:latin typeface="Arial Black" panose="020B0A04020102020204" pitchFamily="34" charset="0"/>
            </a:endParaRPr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 smtClean="0">
                <a:latin typeface="Arial Black" panose="020B0A04020102020204" pitchFamily="34" charset="0"/>
              </a:rPr>
              <a:t>ОБЩАЯСЬ</a:t>
            </a:r>
            <a:endParaRPr lang="ru-RU" dirty="0">
              <a:latin typeface="Arial Black" panose="020B0A04020102020204" pitchFamily="34" charset="0"/>
            </a:endParaRPr>
          </a:p>
        </p:txBody>
      </p:sp>
      <p:sp>
        <p:nvSpPr>
          <p:cNvPr id="9" name="Объект 8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ru-RU" sz="2000" dirty="0" smtClean="0">
                <a:latin typeface="Arial Black" panose="020B0A04020102020204" pitchFamily="34" charset="0"/>
              </a:rPr>
              <a:t>С самого старта игры вы будете встречать разные ИИ-модули по всему комплексу, с каждым из которых прописан вариативный диалог, позволяющий пролить свет на историю комплекса, а порой и найти решение некоторых загадок</a:t>
            </a:r>
            <a:endParaRPr lang="ru-RU" sz="2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4282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 smtClean="0">
                <a:latin typeface="Arial Black" panose="020B0A04020102020204" pitchFamily="34" charset="0"/>
              </a:rPr>
              <a:t>Имёрсив</a:t>
            </a:r>
            <a:r>
              <a:rPr lang="ru-RU" dirty="0" smtClean="0">
                <a:latin typeface="Arial Black" panose="020B0A04020102020204" pitchFamily="34" charset="0"/>
              </a:rPr>
              <a:t>-сим или </a:t>
            </a:r>
            <a:r>
              <a:rPr lang="ru-RU" dirty="0" err="1" smtClean="0">
                <a:latin typeface="Arial Black" panose="020B0A04020102020204" pitchFamily="34" charset="0"/>
              </a:rPr>
              <a:t>сурвайвл-хоррор</a:t>
            </a:r>
            <a:r>
              <a:rPr lang="ru-RU" dirty="0" smtClean="0">
                <a:latin typeface="Arial Black" panose="020B0A04020102020204" pitchFamily="34" charset="0"/>
              </a:rPr>
              <a:t>?</a:t>
            </a:r>
            <a:endParaRPr lang="ru-RU" dirty="0">
              <a:latin typeface="Arial Black" panose="020B0A04020102020204" pitchFamily="34" charset="0"/>
            </a:endParaRPr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682301" y="1697725"/>
            <a:ext cx="6378256" cy="4058751"/>
          </a:xfrm>
        </p:spPr>
        <p:txBody>
          <a:bodyPr>
            <a:noAutofit/>
          </a:bodyPr>
          <a:lstStyle/>
          <a:p>
            <a:r>
              <a:rPr lang="ru-RU" sz="1800" b="1" dirty="0" smtClean="0">
                <a:latin typeface="Arial Black" panose="020B0A04020102020204" pitchFamily="34" charset="0"/>
              </a:rPr>
              <a:t>Игра не подразумевает построения различных стилей прохождения, но требует от игрока менеджмента ресурсов и принятия осознанных решений в рамках диалога</a:t>
            </a:r>
            <a:br>
              <a:rPr lang="ru-RU" sz="1800" b="1" dirty="0" smtClean="0">
                <a:latin typeface="Arial Black" panose="020B0A04020102020204" pitchFamily="34" charset="0"/>
              </a:rPr>
            </a:br>
            <a:endParaRPr lang="ru-RU" sz="1800" b="1" dirty="0" smtClean="0">
              <a:latin typeface="Arial Black" panose="020B0A04020102020204" pitchFamily="34" charset="0"/>
            </a:endParaRPr>
          </a:p>
          <a:p>
            <a:r>
              <a:rPr lang="ru-RU" sz="1800" b="1" dirty="0" smtClean="0">
                <a:latin typeface="Arial Black" panose="020B0A04020102020204" pitchFamily="34" charset="0"/>
              </a:rPr>
              <a:t>Глубина </a:t>
            </a:r>
            <a:r>
              <a:rPr lang="ru-RU" sz="1800" b="1" dirty="0" err="1" smtClean="0">
                <a:latin typeface="Arial Black" panose="020B0A04020102020204" pitchFamily="34" charset="0"/>
              </a:rPr>
              <a:t>боёвки</a:t>
            </a:r>
            <a:r>
              <a:rPr lang="ru-RU" sz="1800" b="1" dirty="0">
                <a:latin typeface="Arial Black" panose="020B0A04020102020204" pitchFamily="34" charset="0"/>
              </a:rPr>
              <a:t> </a:t>
            </a:r>
            <a:r>
              <a:rPr lang="ru-RU" sz="1800" b="1" dirty="0" smtClean="0">
                <a:latin typeface="Arial Black" panose="020B0A04020102020204" pitchFamily="34" charset="0"/>
              </a:rPr>
              <a:t>достигается за счёт различных типов урона у орудий и соответствующих </a:t>
            </a:r>
            <a:r>
              <a:rPr lang="ru-RU" sz="1800" b="1" dirty="0" err="1" smtClean="0">
                <a:latin typeface="Arial Black" panose="020B0A04020102020204" pitchFamily="34" charset="0"/>
              </a:rPr>
              <a:t>резистов</a:t>
            </a:r>
            <a:r>
              <a:rPr lang="ru-RU" sz="1800" b="1" dirty="0" smtClean="0">
                <a:latin typeface="Arial Black" panose="020B0A04020102020204" pitchFamily="34" charset="0"/>
              </a:rPr>
              <a:t>/уязвимостей у противников</a:t>
            </a:r>
          </a:p>
          <a:p>
            <a:endParaRPr lang="ru-RU" sz="1800" b="1" dirty="0" smtClean="0">
              <a:latin typeface="Arial Black" panose="020B0A04020102020204" pitchFamily="34" charset="0"/>
            </a:endParaRPr>
          </a:p>
          <a:p>
            <a:r>
              <a:rPr lang="ru-RU" sz="1800" b="1" dirty="0" smtClean="0">
                <a:latin typeface="Arial Black" panose="020B0A04020102020204" pitchFamily="34" charset="0"/>
              </a:rPr>
              <a:t>Вместе с тем, на концовку и детали сюжета напрямую влияют ваши решения в диалогах</a:t>
            </a:r>
            <a:endParaRPr lang="ru-RU" sz="1800" b="1" dirty="0">
              <a:latin typeface="Arial Black" panose="020B0A04020102020204" pitchFamily="34" charset="0"/>
            </a:endParaRPr>
          </a:p>
        </p:txBody>
      </p:sp>
      <p:pic>
        <p:nvPicPr>
          <p:cNvPr id="2050" name="Picture 2" descr="ArtStation - SHODA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766612" y="1617106"/>
            <a:ext cx="3500943" cy="4567636"/>
          </a:xfrm>
          <a:prstGeom prst="rect">
            <a:avLst/>
          </a:prstGeom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83205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ланец">
  <a:themeElements>
    <a:clrScheme name="Сланец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Сланец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анец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TM04033929[[fn=Сланец]]</Template>
  <TotalTime>43</TotalTime>
  <Words>135</Words>
  <Application>Microsoft Office PowerPoint</Application>
  <PresentationFormat>Широкоэкранный</PresentationFormat>
  <Paragraphs>14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3" baseType="lpstr">
      <vt:lpstr>Arial</vt:lpstr>
      <vt:lpstr>Arial Black</vt:lpstr>
      <vt:lpstr>Bahnschrift Light</vt:lpstr>
      <vt:lpstr>Bahnschrift SemiLight</vt:lpstr>
      <vt:lpstr>Calisto MT</vt:lpstr>
      <vt:lpstr>Cascadia Code</vt:lpstr>
      <vt:lpstr>Trebuchet MS</vt:lpstr>
      <vt:lpstr>Wingdings 2</vt:lpstr>
      <vt:lpstr>Сланец</vt:lpstr>
      <vt:lpstr>REKALL</vt:lpstr>
      <vt:lpstr>Что за игра?</vt:lpstr>
      <vt:lpstr>Фишки?</vt:lpstr>
      <vt:lpstr>Имёрсив-сим или сурвайвл-хоррор?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REKALL</dc:title>
  <dc:creator>nikosha</dc:creator>
  <cp:lastModifiedBy>nikosha</cp:lastModifiedBy>
  <cp:revision>5</cp:revision>
  <dcterms:created xsi:type="dcterms:W3CDTF">2026-03-16T15:04:53Z</dcterms:created>
  <dcterms:modified xsi:type="dcterms:W3CDTF">2026-03-16T15:48:23Z</dcterms:modified>
</cp:coreProperties>
</file>